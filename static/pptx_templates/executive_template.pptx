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14748260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2"/>
  </p:normalViewPr>
  <p:slideViewPr>
    <p:cSldViewPr snapToGrid="0">
      <p:cViewPr varScale="1">
        <p:scale>
          <a:sx n="113" d="100"/>
          <a:sy n="113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3E954-D113-7A40-841E-76B12F01E218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1B88D-B944-224A-AA7E-B102A52B3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5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174741-3B98-654B-9C6C-37B6E139EE9E}" type="slidenum">
              <a:rPr kumimoji="0" lang="en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775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9CF5A92-69E3-FAEE-A467-E08474006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008A089-1AE4-3D8E-FDEE-EE7FAAC1FB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097" y="1909108"/>
            <a:ext cx="9299575" cy="3435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1885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head + Content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FF4592E-733D-BD24-5357-D28A8F101B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6" y="883466"/>
            <a:ext cx="929882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274C77A-5F8E-EB24-2083-CE4F00C05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7"/>
            <a:ext cx="9298820" cy="3538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203B1E5-A24F-0709-3F62-E30A4EDDC3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097" y="1909108"/>
            <a:ext cx="9299575" cy="34353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9888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1376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head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E5763AB-F3EF-B688-30DC-9DE7CE5F4E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1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Agenda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852F0-D6AB-9A5B-DC5E-301AEFE14B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06" y="1520760"/>
            <a:ext cx="11399871" cy="4579857"/>
          </a:xfrm>
          <a:prstGeom prst="rect">
            <a:avLst/>
          </a:prstGeom>
        </p:spPr>
        <p:txBody>
          <a:bodyPr numCol="2"/>
          <a:lstStyle>
            <a:lvl1pPr marL="329184" indent="-329184" defTabSz="381600">
              <a:lnSpc>
                <a:spcPct val="200000"/>
              </a:lnSpc>
              <a:buClr>
                <a:schemeClr val="accent2"/>
              </a:buClr>
              <a:buSzPct val="100000"/>
              <a:buFont typeface="+mj-lt"/>
              <a:buAutoNum type="arabicPeriod"/>
              <a:tabLst/>
              <a:defRPr sz="1400">
                <a:solidFill>
                  <a:schemeClr val="tx1"/>
                </a:solidFill>
              </a:defRPr>
            </a:lvl1pPr>
            <a:lvl2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2pPr>
            <a:lvl3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3pPr>
            <a:lvl4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4pPr>
            <a:lvl5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marL="289719" marR="0" lvl="0" indent="-284163" algn="l" defTabSz="3816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120000"/>
              <a:buFont typeface="+mj-lt"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5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+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650547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Agenda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2FF8E-1AA6-E50E-39CD-E7915666C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06" y="1520760"/>
            <a:ext cx="7633658" cy="4579857"/>
          </a:xfrm>
          <a:prstGeom prst="rect">
            <a:avLst/>
          </a:prstGeom>
        </p:spPr>
        <p:txBody>
          <a:bodyPr/>
          <a:lstStyle>
            <a:lvl1pPr marL="329184" indent="-329184" defTabSz="381600">
              <a:lnSpc>
                <a:spcPct val="200000"/>
              </a:lnSpc>
              <a:buClr>
                <a:schemeClr val="accent2"/>
              </a:buClr>
              <a:buSzPct val="100000"/>
              <a:buFont typeface="+mj-lt"/>
              <a:buAutoNum type="arabicPeriod"/>
              <a:tabLst/>
              <a:defRPr sz="1400">
                <a:solidFill>
                  <a:schemeClr val="tx1"/>
                </a:solidFill>
              </a:defRPr>
            </a:lvl1pPr>
            <a:lvl2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2pPr>
            <a:lvl3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3pPr>
            <a:lvl4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4pPr>
            <a:lvl5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42532E79-5667-8824-F045-373663208AE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392072" y="0"/>
            <a:ext cx="3799928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9265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8123DC3-26EE-13A8-2A8A-9C718A5B8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9431" y="3130180"/>
            <a:ext cx="5334736" cy="382772"/>
          </a:xfrm>
          <a:prstGeom prst="rect">
            <a:avLst/>
          </a:prstGeom>
        </p:spPr>
        <p:txBody>
          <a:bodyPr lIns="0" t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</a:t>
            </a:r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C8158D5-B633-4E34-9017-CF9662B5E8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89807" y="3651664"/>
            <a:ext cx="5341491" cy="15143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36DD4A8-1993-E708-325A-3BF620FC656E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257833" y="1692000"/>
            <a:ext cx="3474000" cy="3474000"/>
          </a:xfrm>
          <a:prstGeom prst="roundRect">
            <a:avLst>
              <a:gd name="adj" fmla="val 1023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77405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D440651-71E9-0AE8-CDA1-D562D1E9E8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0103" y="4715188"/>
            <a:ext cx="415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2152773-F283-B241-B8F5-C977CEA18F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0103" y="5195728"/>
            <a:ext cx="415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BAC0E01-17E4-69ED-3B40-85452DBAEF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3112" y="4715188"/>
            <a:ext cx="415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2646166C-E695-A9BE-E6AA-7F1A289EBB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3112" y="5195728"/>
            <a:ext cx="415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F4231A-B3E3-CAA1-CC55-E265DECC566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5689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173C9C-5E75-0719-9EB9-AB2688FA7AD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540712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3674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39D72E7-69EC-8E0D-0F59-1BA307B97D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5C9B965F-8DBC-D037-8089-F03D6832EA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A95D9090-B4E9-1090-F92D-06ABEA1524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8782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461F7B31-C41C-6D20-1BE6-09A689E2A8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782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175686B-4B4B-43CB-995A-37A605ED82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1126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0AB6FDD0-DCBE-F829-7679-55676EBB2D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1126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AA335B1-C630-B597-7657-EA850F9E5E9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0178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46347A1-93C7-595A-7B35-7DC92C1A53D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8858326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C0A2D0-6349-CF80-EE3C-3D2D4B61A66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844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0590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E67A711-BC02-D582-CCCF-C9362113C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699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9A56E672-8992-6D3E-87D9-B5E7D82CAF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699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6AB9EE4-B2C2-88D7-4881-293FC55A9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59708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4</a:t>
            </a:r>
            <a:endParaRPr lang="en-US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9686BD9-1845-7652-6D9E-8824F15494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59708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4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ED01B51-1DD1-4C24-EF62-E3DE3F1691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5566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D25A70A3-E40F-CA65-EA3B-4500FAA023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5566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21B9EAF0-A8B7-BDC1-EB92-F9CA82295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96433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A42F7B25-6B8B-EDD4-DF45-6632CF3C7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6433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4497C57-2A76-1394-CB1C-541D04915DF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768634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6A60263-7817-075E-BAA0-23FC7933F24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719299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B789CB-3BAB-E372-6664-3241D3069951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9634302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8F57112-D001-6BDA-61B6-40C4C01A440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11700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7638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5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8F515D11-68DC-0B76-2787-7B43511CCB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6773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A39C1F80-3409-123E-E7F1-94D6BD12E03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6773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034DF1-0774-6ACD-CBAD-F875514A21F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00294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4</a:t>
            </a:r>
            <a:endParaRPr lang="en-US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A36BFB4A-B9A3-4D28-F803-25025668BF4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0294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4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CA6B2E89-4E85-2282-0D11-369F4DD597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85881" y="3938106"/>
            <a:ext cx="1994775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B2A27A74-1B33-F4E1-C792-F5BCED9DFB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85881" y="4418646"/>
            <a:ext cx="1994775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2E50B4D-9F06-2448-A0BD-86822C5255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95200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5002B577-2800-15BF-1BC0-BB6482EA55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95200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41AD72C-182B-52F9-42C6-F4F867D2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0414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5</a:t>
            </a:r>
            <a:endParaRPr lang="en-US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71F7D9C5-C33C-3F7E-9EB6-58BC6F802D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20414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5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3CCB852A-61BA-7C27-E227-AF98102AD57E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3075880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81E560-021E-4F98-D971-C7AEBA531269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538338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BC7EBC-0FA0-16B6-4BF5-8A1ABCC11C7C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769430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FE457AD-C3DB-4A6F-9366-3189BF6CD9D7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0005227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D2F6575-3F05-33BD-26E8-CC7EF310FAB6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768372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59521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BEF374D-1A74-BF25-A1D0-0D608F92CAB3}"/>
              </a:ext>
            </a:extLst>
          </p:cNvPr>
          <p:cNvSpPr/>
          <p:nvPr userDrawn="1"/>
        </p:nvSpPr>
        <p:spPr>
          <a:xfrm>
            <a:off x="4196161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A44745-81DF-41DB-9E2D-C52E911B1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333882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7F79AA-EAF2-9F10-FDA7-AC57EB25FA55}"/>
              </a:ext>
            </a:extLst>
          </p:cNvPr>
          <p:cNvSpPr/>
          <p:nvPr userDrawn="1"/>
        </p:nvSpPr>
        <p:spPr>
          <a:xfrm>
            <a:off x="1692187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C1AE657-15E6-3C39-F2C2-2988AA5277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4326EC1-1AAD-7854-13D6-95A815D62F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02871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FAF43B5-03A0-BBE3-E8DE-CFB7AC8DCB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03666" y="5737681"/>
            <a:ext cx="2885629" cy="42326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2pPr>
            <a:lvl3pPr marL="914354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3pPr>
            <a:lvl4pPr marL="1371531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4pPr>
            <a:lvl5pPr marL="1828708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45CBD95-ED72-EAD2-BA59-8A7EAB4ACF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6559" y="2637775"/>
            <a:ext cx="5262529" cy="3827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DEB03C8-9F18-6D98-5679-E60C777625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6935" y="3088412"/>
            <a:ext cx="5272153" cy="15143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C131A42-50A1-2E4F-D3D0-9B6C37DCBE8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925085" y="2291477"/>
            <a:ext cx="2658074" cy="2657902"/>
          </a:xfrm>
          <a:prstGeom prst="roundRect">
            <a:avLst>
              <a:gd name="adj" fmla="val 10169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31230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0B2918E-E041-B367-5B34-44639183C130}"/>
              </a:ext>
            </a:extLst>
          </p:cNvPr>
          <p:cNvSpPr/>
          <p:nvPr userDrawn="1"/>
        </p:nvSpPr>
        <p:spPr>
          <a:xfrm>
            <a:off x="4027707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FA93EE-1A51-0F61-7C69-76907B6AC870}"/>
              </a:ext>
            </a:extLst>
          </p:cNvPr>
          <p:cNvSpPr/>
          <p:nvPr userDrawn="1"/>
        </p:nvSpPr>
        <p:spPr>
          <a:xfrm>
            <a:off x="10136274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E0DB6C-9F6F-131D-CE02-72D42E2FAD0C}"/>
              </a:ext>
            </a:extLst>
          </p:cNvPr>
          <p:cNvSpPr/>
          <p:nvPr userDrawn="1"/>
        </p:nvSpPr>
        <p:spPr>
          <a:xfrm>
            <a:off x="1523734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38E95D7C-A0D2-A44B-74AF-4C9E8BACDC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35213" y="5737681"/>
            <a:ext cx="2885629" cy="42326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2pPr>
            <a:lvl3pPr marL="914354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3pPr>
            <a:lvl4pPr marL="1371531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708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0A9A4E-0B3D-08BC-92DC-996F2F804515}"/>
              </a:ext>
            </a:extLst>
          </p:cNvPr>
          <p:cNvSpPr/>
          <p:nvPr userDrawn="1"/>
        </p:nvSpPr>
        <p:spPr>
          <a:xfrm>
            <a:off x="763230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7C5B38D-1FC6-8B18-9F57-FEB90AA3D3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643779" y="5737681"/>
            <a:ext cx="2885629" cy="42326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2pPr>
            <a:lvl3pPr marL="914354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3pPr>
            <a:lvl4pPr marL="1371531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708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6E170A2-1B3B-6FB4-D85E-776E34CA17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2EA091B-4FE4-6FFC-9B7A-05BCD25806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34417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FF784A4-AD66-736C-6EB7-31866E5AEA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42983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74FFF8EF-EAA4-0699-5F8C-A1A6F1DE4D6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872645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E35C5C0-A93B-D09E-44A9-AFD0223260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756631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13160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57875C-FFF4-0A11-1098-8BF81CAD94BB}"/>
              </a:ext>
            </a:extLst>
          </p:cNvPr>
          <p:cNvSpPr/>
          <p:nvPr userDrawn="1"/>
        </p:nvSpPr>
        <p:spPr>
          <a:xfrm>
            <a:off x="4534959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AB05A7-07DC-D57B-CA4F-446FE9B3A135}"/>
              </a:ext>
            </a:extLst>
          </p:cNvPr>
          <p:cNvSpPr/>
          <p:nvPr userDrawn="1"/>
        </p:nvSpPr>
        <p:spPr>
          <a:xfrm>
            <a:off x="825951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8B4B2-8917-4C94-221A-546BE231F015}"/>
              </a:ext>
            </a:extLst>
          </p:cNvPr>
          <p:cNvSpPr/>
          <p:nvPr userDrawn="1"/>
        </p:nvSpPr>
        <p:spPr>
          <a:xfrm>
            <a:off x="804238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E879FD-FAF6-979A-A277-FB770462D052}"/>
              </a:ext>
            </a:extLst>
          </p:cNvPr>
          <p:cNvSpPr/>
          <p:nvPr userDrawn="1"/>
        </p:nvSpPr>
        <p:spPr>
          <a:xfrm>
            <a:off x="3233572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540A8A-1C45-5043-322D-E21F5BF1B1CB}"/>
              </a:ext>
            </a:extLst>
          </p:cNvPr>
          <p:cNvSpPr/>
          <p:nvPr userDrawn="1"/>
        </p:nvSpPr>
        <p:spPr>
          <a:xfrm>
            <a:off x="6876366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FA12D1-BB0C-C361-43D3-97D4FCB63E38}"/>
              </a:ext>
            </a:extLst>
          </p:cNvPr>
          <p:cNvSpPr/>
          <p:nvPr userDrawn="1"/>
        </p:nvSpPr>
        <p:spPr>
          <a:xfrm>
            <a:off x="10502697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BBD289F-6549-8606-99C8-036DCEDBCD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7826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4D2900C-212E-E6AE-EF80-BAD6989BD8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83871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6767716-9C2E-A345-547F-A9484BC191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0EE2DC3-7176-2F87-DFB0-9D20D93E1DA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1979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B5F24BA5-1137-0BA4-04D9-E818118BF8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9718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D4C3101E-8A41-EF9D-BCAF-FD0831642D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011326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6FB464B6-43FB-0D42-FA6D-EEC9247D30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009434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98A2D25-69DB-99FC-1FCC-D8FA9E361D1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76005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513BCA5-4C3E-E07C-4690-E816FC378E5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679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D3B7860-8EF9-DE6E-6500-5F3B32DE43F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7136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00656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89E99F19-7DC3-20D8-2C63-8D453123508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96795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77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354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53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708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CO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C82A69FB-DA60-157A-3690-A62656FFCC8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51644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C1D29DCA-E7AA-FC41-6B0B-6772FA5B02C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31812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1B6463E2-635F-FB71-A990-E92CAB30198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276336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E98EA80-5685-89CB-EFB4-8E751706A45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1321071-845A-F831-A5B0-33107FA8D97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96000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6627E96-09D7-9821-B867-9E15C376AC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50849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705E37-8832-33B5-820D-AF8EE42B5AC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31017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DD8E4D9-B36F-D268-0B40-90645F2EDD0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75541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801B6-4ED2-1394-6594-BC9BEBE9E628}"/>
              </a:ext>
            </a:extLst>
          </p:cNvPr>
          <p:cNvSpPr/>
          <p:nvPr userDrawn="1"/>
        </p:nvSpPr>
        <p:spPr>
          <a:xfrm>
            <a:off x="339467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155A4-BAFD-4BE6-84E4-298C6B10F95B}"/>
              </a:ext>
            </a:extLst>
          </p:cNvPr>
          <p:cNvSpPr/>
          <p:nvPr userDrawn="1"/>
        </p:nvSpPr>
        <p:spPr>
          <a:xfrm>
            <a:off x="6410335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AC0AD-FE93-4710-FC94-90C0F58A930C}"/>
              </a:ext>
            </a:extLst>
          </p:cNvPr>
          <p:cNvSpPr/>
          <p:nvPr userDrawn="1"/>
        </p:nvSpPr>
        <p:spPr>
          <a:xfrm>
            <a:off x="9425997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C1C079-9E43-308C-DEC5-5BBDC5F25D27}"/>
              </a:ext>
            </a:extLst>
          </p:cNvPr>
          <p:cNvSpPr/>
          <p:nvPr userDrawn="1"/>
        </p:nvSpPr>
        <p:spPr>
          <a:xfrm>
            <a:off x="528192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36618C-0986-847A-5F51-EFC440D1DA01}"/>
              </a:ext>
            </a:extLst>
          </p:cNvPr>
          <p:cNvSpPr/>
          <p:nvPr userDrawn="1"/>
        </p:nvSpPr>
        <p:spPr>
          <a:xfrm>
            <a:off x="829758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32D2F2-D0D8-AD0D-1E19-9A605A17855A}"/>
              </a:ext>
            </a:extLst>
          </p:cNvPr>
          <p:cNvSpPr/>
          <p:nvPr userDrawn="1"/>
        </p:nvSpPr>
        <p:spPr>
          <a:xfrm>
            <a:off x="11313242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621B0E64-E87C-DA67-38C3-EB33B443EF6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63573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54D51B7-3B98-EBED-10A3-1DF32899003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65325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A731A768-9843-0545-BBBC-2DE6AACB7B55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657711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3A8513-0524-6283-97E7-BE76C456CE83}"/>
              </a:ext>
            </a:extLst>
          </p:cNvPr>
          <p:cNvSpPr/>
          <p:nvPr userDrawn="1"/>
        </p:nvSpPr>
        <p:spPr>
          <a:xfrm>
            <a:off x="38531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BE7EA3-2B51-8351-B680-7CE8A790B0E7}"/>
              </a:ext>
            </a:extLst>
          </p:cNvPr>
          <p:cNvSpPr/>
          <p:nvPr userDrawn="1"/>
        </p:nvSpPr>
        <p:spPr>
          <a:xfrm>
            <a:off x="227256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ACFAC92E-73EC-7D01-6F9C-CA744F26E72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821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78923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25FE06B0-F4F1-5885-CC9F-7448867D53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6" y="3071171"/>
            <a:ext cx="5341491" cy="318928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04A537D7-305E-8514-F51B-F4493E77EA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6935" y="3071171"/>
            <a:ext cx="5341491" cy="3189287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lang="en-CO" sz="14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lvl="2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Third level</a:t>
            </a:r>
          </a:p>
          <a:p>
            <a:pPr lvl="3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Fourth level</a:t>
            </a:r>
          </a:p>
          <a:p>
            <a:pPr lvl="4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276B437-5B31-B015-C9DE-4E89A3354B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87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5A420AA-53E1-5EA7-965B-1868F94B13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3D5EF85B-BB51-5AC6-42CE-3FAF0671D4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4258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97557A2-A20D-3CBB-6138-616436629E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77482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F4D81F7-C093-6899-6F7A-C1795A74B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90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B3AA1BB1-CB6A-14C4-7D54-8968EFF47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5395253C-057D-7D22-0DA3-2CEE8369B5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50588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23CCAB3B-D963-19D1-AFC7-F26C6617A8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666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9697D253-2DA5-4A34-0918-2E364719B2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90627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D12A149-1748-D836-E361-522C0CC173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08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4550" y="3232870"/>
            <a:ext cx="4547978" cy="239167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8881AFBD-E98F-CD2A-7A67-BB5E96B5E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522" y="3232870"/>
            <a:ext cx="4547978" cy="239167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86D99ED2-21D0-4288-1E89-1858CC70A3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44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4188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152B2CA5-99FC-E106-83C1-117A37C845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51178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0FFD0011-39A6-8357-B630-2F78CB6964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62632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15CE7F0-C80C-7C3B-8956-566F73A2D1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41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175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FF12D895-C7C3-6CC3-F1C8-D45E67FFE2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24494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E12F986-AC1B-EF1D-2512-3AD84CA270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35967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A6830976-5ABF-124C-9BD1-EFAE9DD0530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680228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EB943B0-3207-34BE-FB82-397E00C359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45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ntent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454285" cy="353899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8EBD20F-6DDA-4B7D-B9DA-6E49595FBE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392072" y="0"/>
            <a:ext cx="3799928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3F97EE9-3F17-B318-5123-49CC5317E9A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7453798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E1D16-FDF8-C67C-650E-17D6FFAB8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76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ntent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3F97EE9-3F17-B318-5123-49CC5317E9A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5736011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07FDA65-BBB9-5A07-72C9-4B4A200CEC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6455989" y="0"/>
            <a:ext cx="5736011" cy="6858000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4B858A-BD87-EB48-9276-D84012BFF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6 words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4C0AD65-05ED-E1BA-E9B3-E1CE63BDC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6" y="883466"/>
            <a:ext cx="572518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76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79E3BA2-4362-1E20-6FC7-F57594D363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4288" y="-1"/>
            <a:ext cx="3827712" cy="422910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2582556"/>
            <a:ext cx="3429223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F14D94C3-B62B-AA45-7D8F-7B920A4B6D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77482" y="2582556"/>
            <a:ext cx="3429223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45428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AE852A5A-6FD5-E1D7-24B6-A616472FD154}"/>
              </a:ext>
            </a:extLst>
          </p:cNvPr>
          <p:cNvSpPr/>
          <p:nvPr userDrawn="1"/>
        </p:nvSpPr>
        <p:spPr>
          <a:xfrm flipH="1" flipV="1">
            <a:off x="8364288" y="4229100"/>
            <a:ext cx="3827712" cy="2628900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C2E29A78-272E-CDF5-1CE4-BA206DB6B7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78317" y="4615434"/>
            <a:ext cx="2978253" cy="144232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O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9267F07-31E6-7ADA-17F0-DD46860ADA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44EBF-96A0-9AB9-09B6-B2ADB1F74EA1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09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0EBA6DFE-A0AB-CED7-864C-958CB20B8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5989" y="-1"/>
            <a:ext cx="5736011" cy="419100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B4F0BB9C-D685-92E0-4968-9FE5670B9191}"/>
              </a:ext>
            </a:extLst>
          </p:cNvPr>
          <p:cNvSpPr/>
          <p:nvPr userDrawn="1"/>
        </p:nvSpPr>
        <p:spPr>
          <a:xfrm flipH="1" flipV="1">
            <a:off x="6455989" y="4191000"/>
            <a:ext cx="5736011" cy="2666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71538" y="6471444"/>
            <a:ext cx="2149756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353899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6 words</a:t>
            </a:r>
            <a:endParaRPr lang="en-CO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23DF1AD2-4F08-B53D-69FD-C0D6A76C4C7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5365656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6B4E8D-2A57-AB88-019D-18FC5942D96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01428" y="4577112"/>
            <a:ext cx="4561976" cy="1436846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3C02F0E-EF00-1F05-B4D0-35F47C0263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0706" y="883466"/>
            <a:ext cx="572518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01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26">
          <p15:clr>
            <a:srgbClr val="FBAE40"/>
          </p15:clr>
        </p15:guide>
        <p15:guide id="2" pos="813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DFD6D19-5F17-9D26-FC72-6ED3B91B0B8A}"/>
              </a:ext>
            </a:extLst>
          </p:cNvPr>
          <p:cNvSpPr/>
          <p:nvPr userDrawn="1"/>
        </p:nvSpPr>
        <p:spPr>
          <a:xfrm>
            <a:off x="-399" y="223"/>
            <a:ext cx="3792390" cy="6857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</a:t>
            </a:r>
            <a:endParaRPr lang="en-CO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4EADFB8-B3CD-4245-18A2-A8384376F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24C2CAB-46D3-4321-9F64-AC22C2D4F7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5405" y="1707745"/>
            <a:ext cx="7373326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79FB9D8-9ACD-F1BD-AA31-9BBF9CB22D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5405" y="2194626"/>
            <a:ext cx="7373326" cy="410758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68A43F5-080B-55A6-8B09-1525E4DC17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marL="0" indent="0">
              <a:lnSpc>
                <a:spcPct val="100000"/>
              </a:lnSpc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E4208-C26B-7515-5DC1-A789583D1BC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044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07B8A326-FD1B-4366-BEB0-19A8A4959A8E}"/>
              </a:ext>
            </a:extLst>
          </p:cNvPr>
          <p:cNvSpPr/>
          <p:nvPr userDrawn="1"/>
        </p:nvSpPr>
        <p:spPr>
          <a:xfrm>
            <a:off x="-399" y="223"/>
            <a:ext cx="3792390" cy="6857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F92B85-771D-C9B2-AF98-19D61344F75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91297" y="3057379"/>
            <a:ext cx="8400703" cy="380062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1437A683-F53B-FC37-96BD-37912FA1D4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603F2CB-091E-C066-1B22-3364612A7F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05" y="700825"/>
            <a:ext cx="3439098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2382D8F-AC17-E662-73B4-BA1BFC3CF2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5405" y="1187707"/>
            <a:ext cx="3439098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33B876E-12CF-4B42-54C6-BB930985F4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0105" y="700825"/>
            <a:ext cx="3439098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80006E0-00A4-6BBD-B92C-CD6AD23587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00105" y="1187707"/>
            <a:ext cx="3439098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7F641B-3CC9-C347-A6F4-B5AD1734AE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marL="0" indent="0">
              <a:lnSpc>
                <a:spcPct val="100000"/>
              </a:lnSpc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C9A5C-C07E-1226-902B-69342DDE54E3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6456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 Single Corner Rectangle 21">
            <a:extLst>
              <a:ext uri="{FF2B5EF4-FFF2-40B4-BE49-F238E27FC236}">
                <a16:creationId xmlns:a16="http://schemas.microsoft.com/office/drawing/2014/main" id="{A02A6BEB-BD08-F4DB-D7E8-134C8DD33AD5}"/>
              </a:ext>
            </a:extLst>
          </p:cNvPr>
          <p:cNvSpPr/>
          <p:nvPr userDrawn="1"/>
        </p:nvSpPr>
        <p:spPr>
          <a:xfrm>
            <a:off x="0" y="0"/>
            <a:ext cx="3810248" cy="6858000"/>
          </a:xfrm>
          <a:prstGeom prst="round1Rect">
            <a:avLst/>
          </a:prstGeom>
          <a:gradFill>
            <a:gsLst>
              <a:gs pos="68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1"/>
              </a:solidFill>
            </a:endParaRP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94F94D3-DA2F-1096-6A58-1D017FC66E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93" y="3457331"/>
            <a:ext cx="3060959" cy="282862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F8DFBC1-D1BD-DF41-773B-A0B1CB7314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93" y="2768275"/>
            <a:ext cx="3060959" cy="558357"/>
          </a:xfrm>
          <a:prstGeom prst="rect">
            <a:avLst/>
          </a:prstGeom>
        </p:spPr>
        <p:txBody>
          <a:bodyPr bIns="0" anchor="b" anchorCtr="0"/>
          <a:lstStyle>
            <a:lvl1pPr marL="0" indent="0"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736ED-529F-2A23-7CF7-C7E524FACDA5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429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5C0FC539-D5CA-37AA-2FF2-15F0C1E11348}"/>
              </a:ext>
            </a:extLst>
          </p:cNvPr>
          <p:cNvSpPr/>
          <p:nvPr userDrawn="1"/>
        </p:nvSpPr>
        <p:spPr>
          <a:xfrm flipH="1">
            <a:off x="7622690" y="0"/>
            <a:ext cx="4569309" cy="3429000"/>
          </a:xfrm>
          <a:prstGeom prst="round1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733F1F8F-3D16-80F4-8CBB-B63BCF51E6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2690" y="3429000"/>
            <a:ext cx="4569309" cy="342900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2582556"/>
            <a:ext cx="3053585" cy="3400272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7B0351D5-D183-A057-3065-6CA4F06A8E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7433" y="2582556"/>
            <a:ext cx="3053585" cy="3400272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B75B085-C2F5-11EA-72CF-57854C495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0103"/>
            <a:ext cx="5507778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001014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3E6C8898-42BC-F63B-0FA7-5135BEA52B9B}"/>
              </a:ext>
            </a:extLst>
          </p:cNvPr>
          <p:cNvSpPr/>
          <p:nvPr userDrawn="1"/>
        </p:nvSpPr>
        <p:spPr>
          <a:xfrm flipH="1">
            <a:off x="8004364" y="0"/>
            <a:ext cx="4198402" cy="3434832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47AD1-D800-8EE5-1A90-B8F964F07CD4}"/>
              </a:ext>
            </a:extLst>
          </p:cNvPr>
          <p:cNvSpPr/>
          <p:nvPr userDrawn="1"/>
        </p:nvSpPr>
        <p:spPr>
          <a:xfrm rot="10800000" flipH="1">
            <a:off x="8004364" y="3429000"/>
            <a:ext cx="4198402" cy="3434832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99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370705" y="2588419"/>
            <a:ext cx="7246154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D92C1FC-F950-9622-FF4D-549D679C281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0820" y="386557"/>
            <a:ext cx="7252073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24F6966-1AA9-9B0A-FDAE-167CF6961C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7" y="883466"/>
            <a:ext cx="7246154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28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9668D4C1-8D24-9E68-7221-BF38E9201F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9520460" y="0"/>
            <a:ext cx="2671540" cy="6858000"/>
          </a:xfrm>
          <a:prstGeom prst="round1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ACFC98CD-651D-9580-93E6-FC2280E7D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252073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F6C0E8A-76EF-4E8C-5838-369CCC4428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370907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7B772B3-21C3-84CA-B759-1FF7779D53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424290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7BC7AEE-39A9-2D83-5B99-F4941244B7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flipH="1">
            <a:off x="6477672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5B4D05E-E5D8-0288-9D7E-E3D8588CAE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6" y="883466"/>
            <a:ext cx="7252073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0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5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262F660-DE86-335C-2F4E-B884E4210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004364" y="0"/>
            <a:ext cx="4187636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652A472-C71D-DE21-B5A2-781E976A3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705" y="3429001"/>
            <a:ext cx="3435258" cy="15311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24CC9714-3177-AF42-995E-7FBD2FBC22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87534" y="3429001"/>
            <a:ext cx="3435258" cy="15311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0A705C0-1F61-6B7C-8285-1A4AD210EB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65C66C4-52D6-A030-E8D9-A912052BD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7"/>
            <a:ext cx="7453516" cy="3538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14615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6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AF13082-8345-36FF-49CF-22FF4C27F0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8386037" y="0"/>
            <a:ext cx="3805963" cy="6858000"/>
          </a:xfrm>
          <a:prstGeom prst="round1Rect">
            <a:avLst>
              <a:gd name="adj" fmla="val 21815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A69558E-D97F-001A-6131-AF77D84FCD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1797" y="1905000"/>
            <a:ext cx="4198148" cy="495300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969D7ECE-5297-1D14-CE75-FDD777C8856A}"/>
              </a:ext>
            </a:extLst>
          </p:cNvPr>
          <p:cNvSpPr/>
          <p:nvPr userDrawn="1"/>
        </p:nvSpPr>
        <p:spPr>
          <a:xfrm rot="10800000">
            <a:off x="-1" y="1912619"/>
            <a:ext cx="4191797" cy="49657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A8CEB3F-88FD-DB6F-7408-48BF9824C4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370906" y="3804821"/>
            <a:ext cx="3439817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22219FB-6588-4368-815B-E6422435D2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4594345" y="3804821"/>
            <a:ext cx="3405857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C8A10D-14C4-93C6-C85A-AD9C8C8A95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93329"/>
            <a:ext cx="6286712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379B1-175E-9E66-33F4-DB6A0E5BA11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4653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7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95B151C0-5CC0-A8D2-EF7F-737559A81F3A}"/>
              </a:ext>
            </a:extLst>
          </p:cNvPr>
          <p:cNvSpPr/>
          <p:nvPr userDrawn="1"/>
        </p:nvSpPr>
        <p:spPr>
          <a:xfrm flipH="1">
            <a:off x="6103765" y="-5832"/>
            <a:ext cx="6088233" cy="3816480"/>
          </a:xfrm>
          <a:prstGeom prst="round1Rect">
            <a:avLst>
              <a:gd name="adj" fmla="val 197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21644-5AE3-EC60-7D16-B65104BD39D0}"/>
              </a:ext>
            </a:extLst>
          </p:cNvPr>
          <p:cNvSpPr/>
          <p:nvPr userDrawn="1"/>
        </p:nvSpPr>
        <p:spPr>
          <a:xfrm flipH="1">
            <a:off x="9142124" y="3810648"/>
            <a:ext cx="3049876" cy="305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D1596-7378-0D4D-B8DC-1AA45922CFA6}"/>
              </a:ext>
            </a:extLst>
          </p:cNvPr>
          <p:cNvSpPr/>
          <p:nvPr userDrawn="1"/>
        </p:nvSpPr>
        <p:spPr>
          <a:xfrm rot="10800000" flipH="1">
            <a:off x="6103766" y="3810648"/>
            <a:ext cx="3042618" cy="3053184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99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36369" y="6471444"/>
            <a:ext cx="21849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rgbClr val="2166EB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>
              <a:latin typeface="+mn-lt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230B109-57A8-25F3-1D76-E936719306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67111" y="1038156"/>
            <a:ext cx="4572309" cy="23908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8B338D7-3529-F4F2-972A-0C9B4130DF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4097D18-3CC0-664E-0906-95D561E18B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6"/>
            <a:ext cx="4708525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2AE03885-B4A9-D038-CCE9-9E83AE622A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86525" y="4114219"/>
            <a:ext cx="2190750" cy="8540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This is a short subtitle placeholder</a:t>
            </a:r>
            <a:endParaRPr lang="en-CO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1D607EA-B1F6-5C00-90EC-4CEA8E28FE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33137" y="4114219"/>
            <a:ext cx="2190750" cy="8540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This is a short subtitle placeholder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913768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8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6859345" y="4186464"/>
            <a:ext cx="2666211" cy="2671536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CO" sz="900">
              <a:solidFill>
                <a:schemeClr val="tx1"/>
              </a:solidFill>
            </a:endParaRPr>
          </a:p>
        </p:txBody>
      </p:sp>
      <p:sp>
        <p:nvSpPr>
          <p:cNvPr id="4" name="Image 2" descr=" ">
            <a:extLst>
              <a:ext uri="{FF2B5EF4-FFF2-40B4-BE49-F238E27FC236}">
                <a16:creationId xmlns:a16="http://schemas.microsoft.com/office/drawing/2014/main" id="{38E68090-2F9F-4CC5-B991-9B6CEC9D8151}"/>
              </a:ext>
            </a:extLst>
          </p:cNvPr>
          <p:cNvSpPr/>
          <p:nvPr/>
        </p:nvSpPr>
        <p:spPr>
          <a:xfrm flipH="1">
            <a:off x="6859345" y="0"/>
            <a:ext cx="5332655" cy="4186464"/>
          </a:xfrm>
          <a:prstGeom prst="round1Rect">
            <a:avLst>
              <a:gd name="adj" fmla="val 20099"/>
            </a:avLst>
          </a:prstGeom>
          <a:gradFill>
            <a:gsLst>
              <a:gs pos="0">
                <a:srgbClr val="001744"/>
              </a:gs>
              <a:gs pos="50000">
                <a:srgbClr val="256CF7"/>
              </a:gs>
              <a:gs pos="100000">
                <a:srgbClr val="25D1F7"/>
              </a:gs>
            </a:gsLst>
            <a:lin ang="5400000" scaled="1"/>
          </a:gradFill>
          <a:ln w="986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3DA0841-BA73-02CF-7C10-1EC6CB7416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85940" y="457394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DC0588D-F7D8-2959-29DA-1B8618E4E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38269" y="457394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9F53117-2C06-6E16-ADDF-EBD71FAECD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38269" y="75746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DC4EF40-A61A-BA65-38CD-C53FF6B8CA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E5EB46-96E8-4A3C-303F-35A017A902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93329"/>
            <a:ext cx="5440045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4488058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9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304" y="0"/>
            <a:ext cx="5335014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FCA9088A-C2C3-1224-75B6-32B1DB17B5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29651" y="3429000"/>
            <a:ext cx="3429652" cy="3042444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94240701-097C-ED6C-8DE0-9972AD3821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29633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81E10417-C1F0-ADE4-3486-CF1C542A86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475" y="371009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9DD0B5E-A81E-6731-FAC8-645D2E141A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D65D47-0702-6EB6-7A32-0F370E4593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70A22A31-CE72-7862-F9AB-388677F8A6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B0CFD33-8CC1-6041-C5DE-DA71EC0527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D53703C-C964-0D49-4525-8BC8129671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0385C-FFD7-5D33-D81D-568F727C077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232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9 [Light Gra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 ">
            <a:extLst>
              <a:ext uri="{FF2B5EF4-FFF2-40B4-BE49-F238E27FC236}">
                <a16:creationId xmlns:a16="http://schemas.microsoft.com/office/drawing/2014/main" id="{2BEB64ED-73B7-699F-CB7B-3A7B122DD2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304" y="3429001"/>
            <a:ext cx="5335014" cy="3429000"/>
          </a:xfrm>
          <a:prstGeom prst="rect">
            <a:avLst/>
          </a:prstGeom>
        </p:spPr>
      </p:pic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9304" y="0"/>
            <a:ext cx="5335014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B31840-D7D6-AF31-040E-995555CBB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5665" y="3431974"/>
            <a:ext cx="3432328" cy="3426026"/>
          </a:xfrm>
          <a:prstGeom prst="round1Rect">
            <a:avLst>
              <a:gd name="adj" fmla="val 20600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43FC2DD-5B40-AED3-30D2-027F311CC2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BDAE42-95A3-0FDA-EC4D-A6E6ADE65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C264D1-8F83-4CFF-2E14-DA7E03A3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A7C951-6A93-83C9-C8C6-7E457A7D8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7BD881AA-CF16-62C5-217D-4D9359DEF5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29633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25507A8F-068D-2711-B021-2289701DC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475" y="371009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D1D1E2BA-C22B-9385-2324-F6558FC2C2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2A5D7-4C37-072B-C183-7DB2BF948AA2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9B0D97-8F39-D94A-C4ED-EA3794241B3B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13261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10 [Navy]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650" y="0"/>
            <a:ext cx="8764668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3429000"/>
          </a:xfrm>
          <a:prstGeom prst="round1Rect">
            <a:avLst>
              <a:gd name="adj" fmla="val 22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>
              <a:latin typeface="+mj-lt"/>
            </a:endParaRPr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B07BB-88B7-C945-FB28-C6D1083C89DA}"/>
              </a:ext>
            </a:extLst>
          </p:cNvPr>
          <p:cNvSpPr/>
          <p:nvPr userDrawn="1"/>
        </p:nvSpPr>
        <p:spPr>
          <a:xfrm flipH="1">
            <a:off x="3429650" y="3429000"/>
            <a:ext cx="3429651" cy="3434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j-lt"/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43FC2DD-5B40-AED3-30D2-027F311CC2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BDAE42-95A3-0FDA-EC4D-A6E6ADE65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C264D1-8F83-4CFF-2E14-DA7E03A3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A7C951-6A93-83C9-C8C6-7E457A7D8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4F5D717-01ED-B026-FC42-25EBD5A4F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A209A995-80AF-D3F8-7A71-0BB1F96FF6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71900" y="3710093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718F3E-4588-C28C-31D0-3E7E0B92A5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708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A41B310F-D8EC-3F48-0DF0-DA3FD5DA93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0708" y="3710093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B5BF6-40BE-04DA-7A4C-6182ACDB5043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9D03C-B335-9B50-9FC5-F0212E58EDF5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81157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97A102-07DF-E73E-EADD-6CD8F02CB52C}"/>
              </a:ext>
            </a:extLst>
          </p:cNvPr>
          <p:cNvSpPr/>
          <p:nvPr userDrawn="1"/>
        </p:nvSpPr>
        <p:spPr>
          <a:xfrm>
            <a:off x="6701247" y="0"/>
            <a:ext cx="5490754" cy="6863832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694985" y="6471444"/>
            <a:ext cx="212630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70AD90-7B69-4632-8D85-1305FDABCF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16"/>
            <a:ext cx="7622691" cy="4571028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08720-25A7-A603-6C2C-A1946B43AC58}"/>
              </a:ext>
            </a:extLst>
          </p:cNvPr>
          <p:cNvSpPr/>
          <p:nvPr userDrawn="1"/>
        </p:nvSpPr>
        <p:spPr>
          <a:xfrm>
            <a:off x="5332654" y="4573944"/>
            <a:ext cx="2290037" cy="2289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A058C94-F052-9513-289F-8D71429B93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3967" y="4953294"/>
            <a:ext cx="4587982" cy="3920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D179D45-CF4D-1E5B-BFB8-78D2DAF75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967" y="5349965"/>
            <a:ext cx="4587982" cy="113451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1611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7C17C3-5FAD-C10C-FE17-34A34AEFEDF6}"/>
              </a:ext>
            </a:extLst>
          </p:cNvPr>
          <p:cNvSpPr/>
          <p:nvPr userDrawn="1"/>
        </p:nvSpPr>
        <p:spPr>
          <a:xfrm>
            <a:off x="7622691" y="3375303"/>
            <a:ext cx="4569309" cy="34888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5C0FC539-D5CA-37AA-2FF2-15F0C1E11348}"/>
              </a:ext>
            </a:extLst>
          </p:cNvPr>
          <p:cNvSpPr/>
          <p:nvPr userDrawn="1"/>
        </p:nvSpPr>
        <p:spPr>
          <a:xfrm flipH="1">
            <a:off x="7622691" y="0"/>
            <a:ext cx="4569309" cy="3423168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507415" y="6471444"/>
            <a:ext cx="231387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665003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85BF7D-8012-636F-7AE5-E9F7647109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8004364" y="3951065"/>
            <a:ext cx="3816728" cy="223371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DB9198-A201-BAA4-6D85-2876B1B8F3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052" y="1920671"/>
            <a:ext cx="5725180" cy="4264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20983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6C8898-42BC-F63B-0FA7-5135BEA52B9B}"/>
              </a:ext>
            </a:extLst>
          </p:cNvPr>
          <p:cNvSpPr/>
          <p:nvPr userDrawn="1"/>
        </p:nvSpPr>
        <p:spPr>
          <a:xfrm rot="10800000" flipH="1">
            <a:off x="8386037" y="1902407"/>
            <a:ext cx="3816728" cy="49614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47AD1-D800-8EE5-1A90-B8F964F07CD4}"/>
              </a:ext>
            </a:extLst>
          </p:cNvPr>
          <p:cNvSpPr/>
          <p:nvPr userDrawn="1"/>
        </p:nvSpPr>
        <p:spPr>
          <a:xfrm rot="10800000" flipH="1">
            <a:off x="3317966" y="1902408"/>
            <a:ext cx="5068071" cy="4961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48092" y="6471444"/>
            <a:ext cx="21732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F9A554A-B870-5B35-4539-A7F45F6ADD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902408"/>
            <a:ext cx="4569308" cy="4955592"/>
          </a:xfrm>
          <a:prstGeom prst="round1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9EDC2-E262-7E37-F17E-723B780446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4950980" y="4192297"/>
            <a:ext cx="3053383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A072307-691D-DE2B-6704-255FE44C5D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8767708" y="4192295"/>
            <a:ext cx="3053383" cy="173482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9F213A5-859F-61DF-59A4-3A171F0FF41C}"/>
              </a:ext>
            </a:extLst>
          </p:cNvPr>
          <p:cNvSpPr txBox="1">
            <a:spLocks/>
          </p:cNvSpPr>
          <p:nvPr userDrawn="1"/>
        </p:nvSpPr>
        <p:spPr>
          <a:xfrm>
            <a:off x="371475" y="315233"/>
            <a:ext cx="6488113" cy="80168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O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74E6F99-E35C-F981-33CA-59BE53F8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7822"/>
            <a:ext cx="6488113" cy="873012"/>
          </a:xfrm>
        </p:spPr>
        <p:txBody>
          <a:bodyPr tIns="144000"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01967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C584463B-113D-BD18-1842-9D468CFC9FCC}"/>
              </a:ext>
            </a:extLst>
          </p:cNvPr>
          <p:cNvSpPr/>
          <p:nvPr userDrawn="1"/>
        </p:nvSpPr>
        <p:spPr>
          <a:xfrm>
            <a:off x="7622691" y="0"/>
            <a:ext cx="4569309" cy="6858001"/>
          </a:xfrm>
          <a:custGeom>
            <a:avLst/>
            <a:gdLst>
              <a:gd name="connsiteX0" fmla="*/ 0 w 4569309"/>
              <a:gd name="connsiteY0" fmla="*/ 0 h 6858001"/>
              <a:gd name="connsiteX1" fmla="*/ 4569309 w 4569309"/>
              <a:gd name="connsiteY1" fmla="*/ 0 h 6858001"/>
              <a:gd name="connsiteX2" fmla="*/ 4569309 w 4569309"/>
              <a:gd name="connsiteY2" fmla="*/ 4566848 h 6858001"/>
              <a:gd name="connsiteX3" fmla="*/ 4123087 w 4569309"/>
              <a:gd name="connsiteY3" fmla="*/ 6739189 h 6858001"/>
              <a:gd name="connsiteX4" fmla="*/ 4061113 w 4569309"/>
              <a:gd name="connsiteY4" fmla="*/ 6858001 h 6858001"/>
              <a:gd name="connsiteX5" fmla="*/ 0 w 4569309"/>
              <a:gd name="connsiteY5" fmla="*/ 6858001 h 6858001"/>
              <a:gd name="connsiteX6" fmla="*/ 0 w 4569309"/>
              <a:gd name="connsiteY6" fmla="*/ 6828974 h 6858001"/>
              <a:gd name="connsiteX7" fmla="*/ 2295469 w 4569309"/>
              <a:gd name="connsiteY7" fmla="*/ 4566848 h 6858001"/>
              <a:gd name="connsiteX8" fmla="*/ 0 w 4569309"/>
              <a:gd name="connsiteY8" fmla="*/ 456684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9309" h="6858001">
                <a:moveTo>
                  <a:pt x="0" y="0"/>
                </a:move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lnTo>
                  <a:pt x="4061113" y="6858001"/>
                </a:lnTo>
                <a:lnTo>
                  <a:pt x="0" y="6858001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close/>
              </a:path>
            </a:pathLst>
          </a:custGeom>
          <a:solidFill>
            <a:schemeClr val="bg1"/>
          </a:solidFill>
          <a:ln w="6337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437077" y="6471444"/>
            <a:ext cx="2384217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1265" y="386557"/>
            <a:ext cx="450029" cy="275000"/>
          </a:xfrm>
          <a:prstGeom prst="rect">
            <a:avLst/>
          </a:prstGeom>
        </p:spPr>
      </p:pic>
      <p:sp>
        <p:nvSpPr>
          <p:cNvPr id="8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7622691" y="375444"/>
            <a:ext cx="2106857" cy="4180876"/>
          </a:xfrm>
          <a:custGeom>
            <a:avLst/>
            <a:gdLst>
              <a:gd name="connsiteX0" fmla="*/ 0 w 2106857"/>
              <a:gd name="connsiteY0" fmla="*/ 0 h 4180876"/>
              <a:gd name="connsiteX1" fmla="*/ 2106857 w 2106857"/>
              <a:gd name="connsiteY1" fmla="*/ 0 h 4180876"/>
              <a:gd name="connsiteX2" fmla="*/ 2106857 w 2106857"/>
              <a:gd name="connsiteY2" fmla="*/ 2095265 h 4180876"/>
              <a:gd name="connsiteX3" fmla="*/ 0 w 2106857"/>
              <a:gd name="connsiteY3" fmla="*/ 4180876 h 4180876"/>
              <a:gd name="connsiteX4" fmla="*/ 0 w 2106857"/>
              <a:gd name="connsiteY4" fmla="*/ 3133126 h 4180876"/>
              <a:gd name="connsiteX5" fmla="*/ 1058415 w 2106857"/>
              <a:gd name="connsiteY5" fmla="*/ 2095265 h 4180876"/>
              <a:gd name="connsiteX6" fmla="*/ 0 w 2106857"/>
              <a:gd name="connsiteY6" fmla="*/ 2095265 h 4180876"/>
              <a:gd name="connsiteX7" fmla="*/ 0 w 2106857"/>
              <a:gd name="connsiteY7" fmla="*/ 0 h 418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6857" h="4180876">
                <a:moveTo>
                  <a:pt x="0" y="0"/>
                </a:moveTo>
                <a:lnTo>
                  <a:pt x="2106857" y="0"/>
                </a:lnTo>
                <a:lnTo>
                  <a:pt x="2106857" y="2095265"/>
                </a:lnTo>
                <a:cubicBezTo>
                  <a:pt x="2106857" y="3325615"/>
                  <a:pt x="1404571" y="4020798"/>
                  <a:pt x="0" y="4180876"/>
                </a:cubicBezTo>
                <a:lnTo>
                  <a:pt x="0" y="3133126"/>
                </a:lnTo>
                <a:cubicBezTo>
                  <a:pt x="679309" y="3110170"/>
                  <a:pt x="1031971" y="2764292"/>
                  <a:pt x="1058415" y="2095265"/>
                </a:cubicBezTo>
                <a:lnTo>
                  <a:pt x="0" y="2095265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924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2524" y="1139032"/>
            <a:ext cx="6106716" cy="3434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410"/>
              </a:lnSpc>
              <a:buNone/>
              <a:defRPr sz="300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5C59B1-1C18-5D86-CCF4-6F5651C5D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97000" y="4955382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5B61FBE-7E4F-AC4F-15AD-BD3259436D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97000" y="5337240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FBEE439-4BED-D44B-1928-BD01F8F0D8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2524" y="4955382"/>
            <a:ext cx="763637" cy="763588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Graphic 11">
            <a:extLst>
              <a:ext uri="{FF2B5EF4-FFF2-40B4-BE49-F238E27FC236}">
                <a16:creationId xmlns:a16="http://schemas.microsoft.com/office/drawing/2014/main" id="{1343EB93-3BCE-03B2-7173-AEE19088D658}"/>
              </a:ext>
            </a:extLst>
          </p:cNvPr>
          <p:cNvSpPr/>
          <p:nvPr userDrawn="1"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591070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781193B-939F-DD11-CEC9-F38F5117AA03}"/>
              </a:ext>
            </a:extLst>
          </p:cNvPr>
          <p:cNvSpPr/>
          <p:nvPr userDrawn="1"/>
        </p:nvSpPr>
        <p:spPr>
          <a:xfrm rot="10800000">
            <a:off x="-5383" y="0"/>
            <a:ext cx="4569309" cy="6858000"/>
          </a:xfrm>
          <a:custGeom>
            <a:avLst/>
            <a:gdLst>
              <a:gd name="connsiteX0" fmla="*/ 4061113 w 4569309"/>
              <a:gd name="connsiteY0" fmla="*/ 6858000 h 6858000"/>
              <a:gd name="connsiteX1" fmla="*/ 0 w 4569309"/>
              <a:gd name="connsiteY1" fmla="*/ 6858000 h 6858000"/>
              <a:gd name="connsiteX2" fmla="*/ 0 w 4569309"/>
              <a:gd name="connsiteY2" fmla="*/ 6828974 h 6858000"/>
              <a:gd name="connsiteX3" fmla="*/ 2295469 w 4569309"/>
              <a:gd name="connsiteY3" fmla="*/ 4566848 h 6858000"/>
              <a:gd name="connsiteX4" fmla="*/ 0 w 4569309"/>
              <a:gd name="connsiteY4" fmla="*/ 4566848 h 6858000"/>
              <a:gd name="connsiteX5" fmla="*/ 0 w 4569309"/>
              <a:gd name="connsiteY5" fmla="*/ 0 h 6858000"/>
              <a:gd name="connsiteX6" fmla="*/ 4569309 w 4569309"/>
              <a:gd name="connsiteY6" fmla="*/ 0 h 6858000"/>
              <a:gd name="connsiteX7" fmla="*/ 4569309 w 4569309"/>
              <a:gd name="connsiteY7" fmla="*/ 4566848 h 6858000"/>
              <a:gd name="connsiteX8" fmla="*/ 4123087 w 4569309"/>
              <a:gd name="connsiteY8" fmla="*/ 67391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9309" h="6858000">
                <a:moveTo>
                  <a:pt x="4061113" y="6858000"/>
                </a:moveTo>
                <a:lnTo>
                  <a:pt x="0" y="6858000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lnTo>
                  <a:pt x="0" y="0"/>
                </a:ln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close/>
              </a:path>
            </a:pathLst>
          </a:custGeom>
          <a:solidFill>
            <a:schemeClr val="bg1"/>
          </a:solidFill>
          <a:ln w="6337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11058747" y="4955592"/>
            <a:ext cx="762548" cy="1520760"/>
          </a:xfrm>
          <a:custGeom>
            <a:avLst/>
            <a:gdLst>
              <a:gd name="connsiteX0" fmla="*/ 0 w 762548"/>
              <a:gd name="connsiteY0" fmla="*/ 0 h 1520760"/>
              <a:gd name="connsiteX1" fmla="*/ 762548 w 762548"/>
              <a:gd name="connsiteY1" fmla="*/ 0 h 1520760"/>
              <a:gd name="connsiteX2" fmla="*/ 762548 w 762548"/>
              <a:gd name="connsiteY2" fmla="*/ 762136 h 1520760"/>
              <a:gd name="connsiteX3" fmla="*/ 0 w 762548"/>
              <a:gd name="connsiteY3" fmla="*/ 1520760 h 1520760"/>
              <a:gd name="connsiteX4" fmla="*/ 0 w 762548"/>
              <a:gd name="connsiteY4" fmla="*/ 1139649 h 1520760"/>
              <a:gd name="connsiteX5" fmla="*/ 383079 w 762548"/>
              <a:gd name="connsiteY5" fmla="*/ 762136 h 1520760"/>
              <a:gd name="connsiteX6" fmla="*/ 0 w 762548"/>
              <a:gd name="connsiteY6" fmla="*/ 762136 h 1520760"/>
              <a:gd name="connsiteX7" fmla="*/ 0 w 762548"/>
              <a:gd name="connsiteY7" fmla="*/ 0 h 152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2548" h="1520760">
                <a:moveTo>
                  <a:pt x="0" y="0"/>
                </a:moveTo>
                <a:lnTo>
                  <a:pt x="762548" y="0"/>
                </a:lnTo>
                <a:lnTo>
                  <a:pt x="762548" y="762136"/>
                </a:lnTo>
                <a:cubicBezTo>
                  <a:pt x="762548" y="1209666"/>
                  <a:pt x="508365" y="1462533"/>
                  <a:pt x="0" y="1520760"/>
                </a:cubicBezTo>
                <a:lnTo>
                  <a:pt x="0" y="1139649"/>
                </a:lnTo>
                <a:cubicBezTo>
                  <a:pt x="245867" y="1131299"/>
                  <a:pt x="373508" y="1005489"/>
                  <a:pt x="383079" y="762136"/>
                </a:cubicBezTo>
                <a:lnTo>
                  <a:pt x="0" y="7621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59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2654" y="1902408"/>
            <a:ext cx="5725093" cy="267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5C59B1-1C18-5D86-CCF4-6F5651C5D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2655" y="4955382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5B61FBE-7E4F-AC4F-15AD-BD3259436D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2655" y="5337240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2D2CFF-CE8F-7214-F179-670F771B5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9272" y="1902408"/>
            <a:ext cx="2290118" cy="2289969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ABA60-AD3E-37EA-7B4A-E19238EF859C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02307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B1AF9BE3-7933-0233-516C-A2D6B045DF23}"/>
              </a:ext>
            </a:extLst>
          </p:cNvPr>
          <p:cNvSpPr/>
          <p:nvPr userDrawn="1"/>
        </p:nvSpPr>
        <p:spPr>
          <a:xfrm>
            <a:off x="3424290" y="757464"/>
            <a:ext cx="5343420" cy="5343072"/>
          </a:xfrm>
          <a:prstGeom prst="round2DiagRect">
            <a:avLst>
              <a:gd name="adj1" fmla="val 0"/>
              <a:gd name="adj2" fmla="val 164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8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noFill/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7636" y="1139112"/>
            <a:ext cx="3816728" cy="4579776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ts val="3040"/>
              </a:lnSpc>
              <a:buNone/>
              <a:defRPr sz="27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5830793-6C27-9E9F-7AA4-812D75AEB9D0}"/>
              </a:ext>
            </a:extLst>
          </p:cNvPr>
          <p:cNvSpPr/>
          <p:nvPr userDrawn="1"/>
        </p:nvSpPr>
        <p:spPr>
          <a:xfrm rot="10800000">
            <a:off x="2296902" y="1459"/>
            <a:ext cx="1522170" cy="2275305"/>
          </a:xfrm>
          <a:custGeom>
            <a:avLst/>
            <a:gdLst>
              <a:gd name="connsiteX0" fmla="*/ 1356648 w 1522170"/>
              <a:gd name="connsiteY0" fmla="*/ 2275305 h 2275305"/>
              <a:gd name="connsiteX1" fmla="*/ 0 w 1522170"/>
              <a:gd name="connsiteY1" fmla="*/ 2275305 h 2275305"/>
              <a:gd name="connsiteX2" fmla="*/ 0 w 1522170"/>
              <a:gd name="connsiteY2" fmla="*/ 2274926 h 2275305"/>
              <a:gd name="connsiteX3" fmla="*/ 764688 w 1522170"/>
              <a:gd name="connsiteY3" fmla="*/ 1521347 h 2275305"/>
              <a:gd name="connsiteX4" fmla="*/ 0 w 1522170"/>
              <a:gd name="connsiteY4" fmla="*/ 1521347 h 2275305"/>
              <a:gd name="connsiteX5" fmla="*/ 0 w 1522170"/>
              <a:gd name="connsiteY5" fmla="*/ 0 h 2275305"/>
              <a:gd name="connsiteX6" fmla="*/ 1522170 w 1522170"/>
              <a:gd name="connsiteY6" fmla="*/ 0 h 2275305"/>
              <a:gd name="connsiteX7" fmla="*/ 1522170 w 1522170"/>
              <a:gd name="connsiteY7" fmla="*/ 1521347 h 2275305"/>
              <a:gd name="connsiteX8" fmla="*/ 1373520 w 1522170"/>
              <a:gd name="connsiteY8" fmla="*/ 2245017 h 227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170" h="2275305">
                <a:moveTo>
                  <a:pt x="1356648" y="2275305"/>
                </a:moveTo>
                <a:lnTo>
                  <a:pt x="0" y="2275305"/>
                </a:lnTo>
                <a:lnTo>
                  <a:pt x="0" y="2274926"/>
                </a:lnTo>
                <a:cubicBezTo>
                  <a:pt x="490790" y="2258259"/>
                  <a:pt x="745582" y="2007121"/>
                  <a:pt x="764688" y="1521347"/>
                </a:cubicBezTo>
                <a:lnTo>
                  <a:pt x="0" y="1521347"/>
                </a:lnTo>
                <a:lnTo>
                  <a:pt x="0" y="0"/>
                </a:ln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40"/>
                  <a:pt x="1373520" y="2245017"/>
                </a:cubicBezTo>
                <a:close/>
              </a:path>
            </a:pathLst>
          </a:custGeom>
          <a:solidFill>
            <a:schemeClr val="bg2"/>
          </a:solidFill>
          <a:ln w="210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3A8BD33-F521-8FAD-7108-A9FD3D2EE4B0}"/>
              </a:ext>
            </a:extLst>
          </p:cNvPr>
          <p:cNvSpPr/>
          <p:nvPr userDrawn="1"/>
        </p:nvSpPr>
        <p:spPr>
          <a:xfrm>
            <a:off x="8372928" y="4582696"/>
            <a:ext cx="1522170" cy="2275305"/>
          </a:xfrm>
          <a:custGeom>
            <a:avLst/>
            <a:gdLst>
              <a:gd name="connsiteX0" fmla="*/ 0 w 1522170"/>
              <a:gd name="connsiteY0" fmla="*/ 0 h 2275305"/>
              <a:gd name="connsiteX1" fmla="*/ 1522170 w 1522170"/>
              <a:gd name="connsiteY1" fmla="*/ 0 h 2275305"/>
              <a:gd name="connsiteX2" fmla="*/ 1522170 w 1522170"/>
              <a:gd name="connsiteY2" fmla="*/ 1521347 h 2275305"/>
              <a:gd name="connsiteX3" fmla="*/ 1373521 w 1522170"/>
              <a:gd name="connsiteY3" fmla="*/ 2245016 h 2275305"/>
              <a:gd name="connsiteX4" fmla="*/ 1356648 w 1522170"/>
              <a:gd name="connsiteY4" fmla="*/ 2275305 h 2275305"/>
              <a:gd name="connsiteX5" fmla="*/ 0 w 1522170"/>
              <a:gd name="connsiteY5" fmla="*/ 2275305 h 2275305"/>
              <a:gd name="connsiteX6" fmla="*/ 0 w 1522170"/>
              <a:gd name="connsiteY6" fmla="*/ 2274925 h 2275305"/>
              <a:gd name="connsiteX7" fmla="*/ 764688 w 1522170"/>
              <a:gd name="connsiteY7" fmla="*/ 1521347 h 2275305"/>
              <a:gd name="connsiteX8" fmla="*/ 0 w 1522170"/>
              <a:gd name="connsiteY8" fmla="*/ 1521347 h 227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170" h="2275305">
                <a:moveTo>
                  <a:pt x="0" y="0"/>
                </a:move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39"/>
                  <a:pt x="1373521" y="2245016"/>
                </a:cubicBezTo>
                <a:lnTo>
                  <a:pt x="1356648" y="2275305"/>
                </a:lnTo>
                <a:lnTo>
                  <a:pt x="0" y="2275305"/>
                </a:lnTo>
                <a:lnTo>
                  <a:pt x="0" y="2274925"/>
                </a:lnTo>
                <a:cubicBezTo>
                  <a:pt x="490790" y="2258258"/>
                  <a:pt x="745582" y="2007120"/>
                  <a:pt x="764688" y="1521347"/>
                </a:cubicBezTo>
                <a:lnTo>
                  <a:pt x="0" y="1521347"/>
                </a:lnTo>
                <a:close/>
              </a:path>
            </a:pathLst>
          </a:custGeom>
          <a:solidFill>
            <a:schemeClr val="accent2"/>
          </a:solidFill>
          <a:ln w="210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508531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+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141977-668F-67E3-9338-50FB6B43FBF2}"/>
              </a:ext>
            </a:extLst>
          </p:cNvPr>
          <p:cNvSpPr/>
          <p:nvPr userDrawn="1"/>
        </p:nvSpPr>
        <p:spPr>
          <a:xfrm>
            <a:off x="-27795" y="-11662"/>
            <a:ext cx="5742122" cy="69033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2D2CFF-CE8F-7214-F179-670F771B5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714327" y="3174"/>
            <a:ext cx="6488438" cy="6915046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8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4569308" y="5337241"/>
            <a:ext cx="779456" cy="1554480"/>
          </a:xfrm>
          <a:custGeom>
            <a:avLst/>
            <a:gdLst>
              <a:gd name="connsiteX0" fmla="*/ 0 w 779456"/>
              <a:gd name="connsiteY0" fmla="*/ 0 h 1554480"/>
              <a:gd name="connsiteX1" fmla="*/ 779456 w 779456"/>
              <a:gd name="connsiteY1" fmla="*/ 0 h 1554480"/>
              <a:gd name="connsiteX2" fmla="*/ 779456 w 779456"/>
              <a:gd name="connsiteY2" fmla="*/ 779035 h 1554480"/>
              <a:gd name="connsiteX3" fmla="*/ 0 w 779456"/>
              <a:gd name="connsiteY3" fmla="*/ 1554480 h 1554480"/>
              <a:gd name="connsiteX4" fmla="*/ 0 w 779456"/>
              <a:gd name="connsiteY4" fmla="*/ 1164919 h 1554480"/>
              <a:gd name="connsiteX5" fmla="*/ 391573 w 779456"/>
              <a:gd name="connsiteY5" fmla="*/ 779035 h 1554480"/>
              <a:gd name="connsiteX6" fmla="*/ 0 w 779456"/>
              <a:gd name="connsiteY6" fmla="*/ 779035 h 1554480"/>
              <a:gd name="connsiteX7" fmla="*/ 0 w 779456"/>
              <a:gd name="connsiteY7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9456" h="1554480">
                <a:moveTo>
                  <a:pt x="0" y="0"/>
                </a:moveTo>
                <a:lnTo>
                  <a:pt x="779456" y="0"/>
                </a:lnTo>
                <a:lnTo>
                  <a:pt x="779456" y="779035"/>
                </a:lnTo>
                <a:cubicBezTo>
                  <a:pt x="779456" y="1236488"/>
                  <a:pt x="519637" y="1494962"/>
                  <a:pt x="0" y="1554480"/>
                </a:cubicBezTo>
                <a:lnTo>
                  <a:pt x="0" y="1164919"/>
                </a:lnTo>
                <a:cubicBezTo>
                  <a:pt x="251318" y="1156384"/>
                  <a:pt x="381789" y="1027784"/>
                  <a:pt x="391573" y="779035"/>
                </a:cubicBezTo>
                <a:lnTo>
                  <a:pt x="0" y="7790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71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3428" y="2632341"/>
            <a:ext cx="4187553" cy="23232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5">
            <a:extLst>
              <a:ext uri="{FF2B5EF4-FFF2-40B4-BE49-F238E27FC236}">
                <a16:creationId xmlns:a16="http://schemas.microsoft.com/office/drawing/2014/main" id="{965BF31E-F443-6327-9D93-061FEBD17EA6}"/>
              </a:ext>
            </a:extLst>
          </p:cNvPr>
          <p:cNvSpPr/>
          <p:nvPr/>
        </p:nvSpPr>
        <p:spPr>
          <a:xfrm rot="10800000">
            <a:off x="370907" y="-5832"/>
            <a:ext cx="1145019" cy="2283528"/>
          </a:xfrm>
          <a:custGeom>
            <a:avLst/>
            <a:gdLst>
              <a:gd name="connsiteX0" fmla="*/ 0 w 1145019"/>
              <a:gd name="connsiteY0" fmla="*/ 0 h 2283528"/>
              <a:gd name="connsiteX1" fmla="*/ 1145019 w 1145019"/>
              <a:gd name="connsiteY1" fmla="*/ 0 h 2283528"/>
              <a:gd name="connsiteX2" fmla="*/ 1145019 w 1145019"/>
              <a:gd name="connsiteY2" fmla="*/ 1144400 h 2283528"/>
              <a:gd name="connsiteX3" fmla="*/ 0 w 1145019"/>
              <a:gd name="connsiteY3" fmla="*/ 2283528 h 2283528"/>
              <a:gd name="connsiteX4" fmla="*/ 0 w 1145019"/>
              <a:gd name="connsiteY4" fmla="*/ 1711264 h 2283528"/>
              <a:gd name="connsiteX5" fmla="*/ 575219 w 1145019"/>
              <a:gd name="connsiteY5" fmla="*/ 1144400 h 2283528"/>
              <a:gd name="connsiteX6" fmla="*/ 0 w 1145019"/>
              <a:gd name="connsiteY6" fmla="*/ 1144400 h 2283528"/>
              <a:gd name="connsiteX7" fmla="*/ 0 w 1145019"/>
              <a:gd name="connsiteY7" fmla="*/ 0 h 228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5019" h="2283528">
                <a:moveTo>
                  <a:pt x="0" y="0"/>
                </a:moveTo>
                <a:lnTo>
                  <a:pt x="1145019" y="0"/>
                </a:lnTo>
                <a:lnTo>
                  <a:pt x="1145019" y="1144400"/>
                </a:lnTo>
                <a:cubicBezTo>
                  <a:pt x="1145019" y="1816398"/>
                  <a:pt x="763346" y="2196096"/>
                  <a:pt x="0" y="2283528"/>
                </a:cubicBezTo>
                <a:lnTo>
                  <a:pt x="0" y="1711264"/>
                </a:lnTo>
                <a:cubicBezTo>
                  <a:pt x="369186" y="1698726"/>
                  <a:pt x="560848" y="1509813"/>
                  <a:pt x="575219" y="1144400"/>
                </a:cubicBezTo>
                <a:lnTo>
                  <a:pt x="0" y="1144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58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F8A0E-FB12-BE6D-9A08-FE6C1F8380AD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2791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 [Navy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D95333F2-1A60-ED2C-E1C6-643D3A0C07B6}"/>
              </a:ext>
            </a:extLst>
          </p:cNvPr>
          <p:cNvSpPr/>
          <p:nvPr userDrawn="1"/>
        </p:nvSpPr>
        <p:spPr>
          <a:xfrm rot="162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79630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5C6D44-8F93-8FAD-870E-14C4D22E1B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23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Medium header with a max of 6 words</a:t>
            </a:r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198F54D-7DC4-EAC2-C829-539B0C4A73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040BB48-2C54-F17B-780E-E675D738AD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Century Gothic" panose="020B0502020202020204" pitchFamily="34" charset="0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80E26AE0-D6F7-BEE4-ED6F-FAEC2973BE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0705" y="2009653"/>
            <a:ext cx="5727078" cy="431201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>
                <a:schemeClr val="bg1"/>
              </a:buClr>
              <a:buFont typeface="Wingdings" pitchFamily="2" charset="2"/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54C64C6-5AAF-FE2A-1661-770C0EB9A4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883466"/>
            <a:ext cx="5728559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Century Gothic" panose="020B0502020202020204" pitchFamily="34" charset="0"/>
              <a:buNone/>
              <a:defRPr sz="16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1376994-F456-C236-BCF4-3FCA9D08CC64}"/>
              </a:ext>
            </a:extLst>
          </p:cNvPr>
          <p:cNvSpPr/>
          <p:nvPr userDrawn="1"/>
        </p:nvSpPr>
        <p:spPr>
          <a:xfrm rot="10800000">
            <a:off x="6483707" y="0"/>
            <a:ext cx="1246603" cy="1963458"/>
          </a:xfrm>
          <a:custGeom>
            <a:avLst/>
            <a:gdLst>
              <a:gd name="connsiteX0" fmla="*/ 1050803 w 1246603"/>
              <a:gd name="connsiteY0" fmla="*/ 1963458 h 1963458"/>
              <a:gd name="connsiteX1" fmla="*/ 0 w 1246603"/>
              <a:gd name="connsiteY1" fmla="*/ 1963458 h 1963458"/>
              <a:gd name="connsiteX2" fmla="*/ 0 w 1246603"/>
              <a:gd name="connsiteY2" fmla="*/ 1863078 h 1963458"/>
              <a:gd name="connsiteX3" fmla="*/ 626252 w 1246603"/>
              <a:gd name="connsiteY3" fmla="*/ 1245926 h 1963458"/>
              <a:gd name="connsiteX4" fmla="*/ 0 w 1246603"/>
              <a:gd name="connsiteY4" fmla="*/ 1245926 h 1963458"/>
              <a:gd name="connsiteX5" fmla="*/ 0 w 1246603"/>
              <a:gd name="connsiteY5" fmla="*/ 0 h 1963458"/>
              <a:gd name="connsiteX6" fmla="*/ 1246603 w 1246603"/>
              <a:gd name="connsiteY6" fmla="*/ 0 h 1963458"/>
              <a:gd name="connsiteX7" fmla="*/ 1246603 w 1246603"/>
              <a:gd name="connsiteY7" fmla="*/ 1245926 h 1963458"/>
              <a:gd name="connsiteX8" fmla="*/ 1071300 w 1246603"/>
              <a:gd name="connsiteY8" fmla="*/ 1934739 h 196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603" h="1963458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bg1"/>
          </a:solidFill>
          <a:ln w="1720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A9143229-18F8-297C-48A3-E906C5EF8A9D}"/>
              </a:ext>
            </a:extLst>
          </p:cNvPr>
          <p:cNvSpPr/>
          <p:nvPr userDrawn="1"/>
        </p:nvSpPr>
        <p:spPr>
          <a:xfrm>
            <a:off x="11053509" y="5317969"/>
            <a:ext cx="767785" cy="1531211"/>
          </a:xfrm>
          <a:custGeom>
            <a:avLst/>
            <a:gdLst>
              <a:gd name="connsiteX0" fmla="*/ 0 w 767785"/>
              <a:gd name="connsiteY0" fmla="*/ 0 h 1531211"/>
              <a:gd name="connsiteX1" fmla="*/ 767785 w 767785"/>
              <a:gd name="connsiteY1" fmla="*/ 0 h 1531211"/>
              <a:gd name="connsiteX2" fmla="*/ 767785 w 767785"/>
              <a:gd name="connsiteY2" fmla="*/ 767373 h 1531211"/>
              <a:gd name="connsiteX3" fmla="*/ 0 w 767785"/>
              <a:gd name="connsiteY3" fmla="*/ 1531211 h 1531211"/>
              <a:gd name="connsiteX4" fmla="*/ 0 w 767785"/>
              <a:gd name="connsiteY4" fmla="*/ 1147481 h 1531211"/>
              <a:gd name="connsiteX5" fmla="*/ 385710 w 767785"/>
              <a:gd name="connsiteY5" fmla="*/ 767373 h 1531211"/>
              <a:gd name="connsiteX6" fmla="*/ 0 w 767785"/>
              <a:gd name="connsiteY6" fmla="*/ 767373 h 1531211"/>
              <a:gd name="connsiteX7" fmla="*/ 0 w 767785"/>
              <a:gd name="connsiteY7" fmla="*/ 0 h 153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7785" h="1531211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5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FDA2F-DB55-A9DF-0B47-586730E61F9E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32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6 [Blue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CFEF2C7A-19DA-6BF6-ADAC-5781547563BA}"/>
              </a:ext>
            </a:extLst>
          </p:cNvPr>
          <p:cNvSpPr/>
          <p:nvPr userDrawn="1"/>
        </p:nvSpPr>
        <p:spPr>
          <a:xfrm rot="162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8B46AA0-0DF4-D22E-9B93-2A85F87C8DC5}"/>
              </a:ext>
            </a:extLst>
          </p:cNvPr>
          <p:cNvSpPr/>
          <p:nvPr userDrawn="1"/>
        </p:nvSpPr>
        <p:spPr>
          <a:xfrm rot="10800000">
            <a:off x="6483707" y="0"/>
            <a:ext cx="1246603" cy="1963458"/>
          </a:xfrm>
          <a:custGeom>
            <a:avLst/>
            <a:gdLst>
              <a:gd name="connsiteX0" fmla="*/ 1050803 w 1246603"/>
              <a:gd name="connsiteY0" fmla="*/ 1963458 h 1963458"/>
              <a:gd name="connsiteX1" fmla="*/ 0 w 1246603"/>
              <a:gd name="connsiteY1" fmla="*/ 1963458 h 1963458"/>
              <a:gd name="connsiteX2" fmla="*/ 0 w 1246603"/>
              <a:gd name="connsiteY2" fmla="*/ 1863078 h 1963458"/>
              <a:gd name="connsiteX3" fmla="*/ 626252 w 1246603"/>
              <a:gd name="connsiteY3" fmla="*/ 1245926 h 1963458"/>
              <a:gd name="connsiteX4" fmla="*/ 0 w 1246603"/>
              <a:gd name="connsiteY4" fmla="*/ 1245926 h 1963458"/>
              <a:gd name="connsiteX5" fmla="*/ 0 w 1246603"/>
              <a:gd name="connsiteY5" fmla="*/ 0 h 1963458"/>
              <a:gd name="connsiteX6" fmla="*/ 1246603 w 1246603"/>
              <a:gd name="connsiteY6" fmla="*/ 0 h 1963458"/>
              <a:gd name="connsiteX7" fmla="*/ 1246603 w 1246603"/>
              <a:gd name="connsiteY7" fmla="*/ 1245926 h 1963458"/>
              <a:gd name="connsiteX8" fmla="*/ 1071300 w 1246603"/>
              <a:gd name="connsiteY8" fmla="*/ 1934739 h 196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603" h="1963458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bg2"/>
          </a:solidFill>
          <a:ln w="1720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0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198F54D-7DC4-EAC2-C829-539B0C4A73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AA2A298E-F81D-4ACF-276B-F388268331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1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28BB1EF-7790-76F3-2189-0C7FADE340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0705" y="2009654"/>
            <a:ext cx="5727078" cy="426805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>
                <a:schemeClr val="bg1"/>
              </a:buClr>
              <a:buFont typeface="Wingdings" pitchFamily="2" charset="2"/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7" name="Graphic 26">
            <a:extLst>
              <a:ext uri="{FF2B5EF4-FFF2-40B4-BE49-F238E27FC236}">
                <a16:creationId xmlns:a16="http://schemas.microsoft.com/office/drawing/2014/main" id="{95BAB3DE-11BD-D978-BE34-B7408CFC0CA5}"/>
              </a:ext>
            </a:extLst>
          </p:cNvPr>
          <p:cNvSpPr/>
          <p:nvPr/>
        </p:nvSpPr>
        <p:spPr>
          <a:xfrm>
            <a:off x="11053509" y="5317969"/>
            <a:ext cx="767785" cy="1531211"/>
          </a:xfrm>
          <a:custGeom>
            <a:avLst/>
            <a:gdLst>
              <a:gd name="connsiteX0" fmla="*/ 0 w 767785"/>
              <a:gd name="connsiteY0" fmla="*/ 0 h 1531211"/>
              <a:gd name="connsiteX1" fmla="*/ 767785 w 767785"/>
              <a:gd name="connsiteY1" fmla="*/ 0 h 1531211"/>
              <a:gd name="connsiteX2" fmla="*/ 767785 w 767785"/>
              <a:gd name="connsiteY2" fmla="*/ 767373 h 1531211"/>
              <a:gd name="connsiteX3" fmla="*/ 0 w 767785"/>
              <a:gd name="connsiteY3" fmla="*/ 1531211 h 1531211"/>
              <a:gd name="connsiteX4" fmla="*/ 0 w 767785"/>
              <a:gd name="connsiteY4" fmla="*/ 1147481 h 1531211"/>
              <a:gd name="connsiteX5" fmla="*/ 385710 w 767785"/>
              <a:gd name="connsiteY5" fmla="*/ 767373 h 1531211"/>
              <a:gd name="connsiteX6" fmla="*/ 0 w 767785"/>
              <a:gd name="connsiteY6" fmla="*/ 767373 h 1531211"/>
              <a:gd name="connsiteX7" fmla="*/ 0 w 767785"/>
              <a:gd name="connsiteY7" fmla="*/ 0 h 153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7785" h="1531211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05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DE59A1C-507C-905D-E5F8-E35A3516E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23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Medium header with a max of 6 words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FC7808-30E4-C735-4DC1-33F3C8491A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883466"/>
            <a:ext cx="5728559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Century Gothic" panose="020B0502020202020204" pitchFamily="34" charset="0"/>
              <a:buNone/>
              <a:defRPr sz="16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A8438-9169-DCEC-5807-BEF239CA2BE4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AE768-C6F4-CAF6-9476-BD23F1802ABA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560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42F22-575A-2DB9-0574-8B21F34D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06" y="386557"/>
            <a:ext cx="9298820" cy="3538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/>
              <a:t>Placeholder for medium header with a max of 10 words long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B6C28-0F5A-5F97-530B-37EB6F7DE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705" y="2294513"/>
            <a:ext cx="10983095" cy="388244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7A3E8-43E7-9265-6520-89A6A8E1E62C}"/>
              </a:ext>
            </a:extLst>
          </p:cNvPr>
          <p:cNvSpPr txBox="1"/>
          <p:nvPr userDrawn="1"/>
        </p:nvSpPr>
        <p:spPr>
          <a:xfrm>
            <a:off x="9570720" y="6471444"/>
            <a:ext cx="2250574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Graphic 11">
            <a:extLst>
              <a:ext uri="{FF2B5EF4-FFF2-40B4-BE49-F238E27FC236}">
                <a16:creationId xmlns:a16="http://schemas.microsoft.com/office/drawing/2014/main" id="{83C26A13-9BF7-BBC6-4596-366E2DEFFFED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25465-755A-A41A-35C1-7326CE45A70E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 dirty="0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 dirty="0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799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E8C162-A42A-2488-5829-A448C8C5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326958-21A1-5DA5-4D2A-CD8728F114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7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Zscaler Deck 2026 [Navy] ">
  <a:themeElements>
    <a:clrScheme name="Zscaler Color Palette">
      <a:dk1>
        <a:srgbClr val="FFFFFF"/>
      </a:dk1>
      <a:lt1>
        <a:srgbClr val="246CF7"/>
      </a:lt1>
      <a:dk2>
        <a:srgbClr val="001744"/>
      </a:dk2>
      <a:lt2>
        <a:srgbClr val="E5F1FA"/>
      </a:lt2>
      <a:accent1>
        <a:srgbClr val="FFE641"/>
      </a:accent1>
      <a:accent2>
        <a:srgbClr val="6BFFB3"/>
      </a:accent2>
      <a:accent3>
        <a:srgbClr val="FE00E2"/>
      </a:accent3>
      <a:accent4>
        <a:srgbClr val="001744"/>
      </a:accent4>
      <a:accent5>
        <a:srgbClr val="12D3FF"/>
      </a:accent5>
      <a:accent6>
        <a:srgbClr val="EC1850"/>
      </a:accent6>
      <a:hlink>
        <a:srgbClr val="12D3FF"/>
      </a:hlink>
      <a:folHlink>
        <a:srgbClr val="246CF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Century Gothic</vt:lpstr>
      <vt:lpstr>Wingdings</vt:lpstr>
      <vt:lpstr>Zscaler Deck 2026 [Navy]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Devendernath</dc:creator>
  <cp:lastModifiedBy>Rakesh Devendernath</cp:lastModifiedBy>
  <cp:revision>1</cp:revision>
  <dcterms:created xsi:type="dcterms:W3CDTF">2026-08-19T03:35:56Z</dcterms:created>
  <dcterms:modified xsi:type="dcterms:W3CDTF">2026-08-19T03:36:32Z</dcterms:modified>
</cp:coreProperties>
</file>